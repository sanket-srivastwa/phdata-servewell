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2188952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331720"/>
            <a:ext cx="11183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ServeWell IT Support Agent Suite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2461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L1 triage &amp; resolution — piloted on POS-offline &amp; printer-offline incidents, built on the ABCData Intelligence Platform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Solution Architect  ·  Pilot Proposal &amp; Live Demo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Hospitality  ·  2,500+ locations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support is slow, repetitive, and burning the team out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30–45 min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a first meaningful response, during peak hours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tickets are known issues that already map to an existing runbook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across brands, all funneling into the same strained L1 queue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11183112" cy="2926080"/>
          </a:xfrm>
          <a:prstGeom prst="roundRect">
            <a:avLst>
              <a:gd name="adj" fmla="val 2500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stuck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57600"/>
            <a:ext cx="10543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 across shifts and locations — some stores get fast, accurate help; others bounce between L1 and L2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fragmented: runbooks live across Confluence, SharePoint, PDFs, and old email threads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swivel-chair between a separate ITSM tool, CMDB/asset inventory, and knowledge sources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engineers are overloaded with basic tickets that should never reach them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1722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store downtime costs revenue, L1 burnout drives attrition, and L2 overload slows down the fixes that actually need experts.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narrow, prove it deeply, then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08676" cy="4297680"/>
          </a:xfrm>
          <a:prstGeom prst="roundRect">
            <a:avLst>
              <a:gd name="adj" fmla="val 170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7356" y="1600200"/>
            <a:ext cx="5408676" cy="4297680"/>
          </a:xfrm>
          <a:prstGeom prst="roundRect">
            <a:avLst>
              <a:gd name="adj" fmla="val 170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47685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high-frequency incident types: POS offline, receipt/kitchen printer not working — ~39% of ticket volume in the pilot sample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region, a representative slice of stores, run for 6–8 weeks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pipeline live: triage, grounded guidance, routing, and a proposed (simulated) action on every ticket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for audit — nothing is a black box during the pilot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97396" y="178308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240280"/>
            <a:ext cx="47685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average time-to-first-response for in-scope tickets, measured against today's 30–45 min baseline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guide a majority of in-scope tickets without an L2 touch, while keeping escalation recall high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human review on P1 tickets and any low-confidence decision — no silent autonomy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ungrounded guidance reaching a requester, verified in weekly QA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agents, one deterministic backbone, AI as an optional lift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62001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331720"/>
            <a:ext cx="16200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122932" y="233172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15540" y="2331720"/>
            <a:ext cx="162001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15540" y="2331720"/>
            <a:ext cx="16200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35552" y="233172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8160" y="2331720"/>
            <a:ext cx="1620012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28160" y="2331720"/>
            <a:ext cx="16200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8172" y="233172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0780" y="2331720"/>
            <a:ext cx="162001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0780" y="2331720"/>
            <a:ext cx="16200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(Guidance)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0792" y="233172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53400" y="2331720"/>
            <a:ext cx="1620012" cy="1234440"/>
          </a:xfrm>
          <a:prstGeom prst="roundRect">
            <a:avLst>
              <a:gd name="adj" fmla="val 4444"/>
            </a:avLst>
          </a:prstGeom>
          <a:solidFill>
            <a:srgbClr val="FDEDE8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3400" y="2331720"/>
            <a:ext cx="16200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(verify)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773412" y="233172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66020" y="2331720"/>
            <a:ext cx="162001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66020" y="2331720"/>
            <a:ext cx="16200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1965960"/>
            <a:ext cx="16200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06908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agent (optional, AI): </a:t>
            </a:r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evidence from messy free text before Triage, and offers an advisory opinion at Policy — it can flag a ticket for human review but can never change the route or skip a guardrail.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52628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trade-off: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core (rules + a small trained escalation model) always makes the final routing call. This is where we drew the autonomy line — it keeps the pilot reproducible, auditable, and safe to run even if the LLM is unavailable.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CORRECT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facts, not vibes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44824" cy="4434840"/>
          </a:xfrm>
          <a:prstGeom prst="roundRect">
            <a:avLst>
              <a:gd name="adj" fmla="val 2064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(RAG)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0876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structured facts first — domain, system version, subcategory — then text similarity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built from the de-emotionalized issue core, not the raw rant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guidance step cites its source chunk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4434840"/>
          </a:xfrm>
          <a:prstGeom prst="roundRect">
            <a:avLst>
              <a:gd name="adj" fmla="val 2064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0664" y="178308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 &amp; tools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0664" y="2240280"/>
            <a:ext cx="30876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history, asset/CMDB lookups, and SLA/priority rules are deterministic lookups — never an LLM guess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runs on a small trained escalation model (logistic regression, 18 named features) — explainable and reproducible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reasons; the platform's structured tools decide facts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1208" y="1600200"/>
            <a:ext cx="3544824" cy="4434840"/>
          </a:xfrm>
          <a:prstGeom prst="roundRect">
            <a:avLst>
              <a:gd name="adj" fmla="val 2064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9808" y="178308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69808" y="2240280"/>
            <a:ext cx="30876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AI-written step or message is re-verified against its cited runbook chunk before it can reach a requester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tickets and low-confidence decisions are forced into human review, always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failure falls back to the deterministic path silently — a ticket is never blocked by a bad API call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POS-offline ticket, start to finish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3564" y="210312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83564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139903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POS-offline ticket comes in from a store — realistic, unedited 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04872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5516" y="210312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85516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42032" y="2788920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3200400"/>
            <a:ext cx="139903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enriches it; retrieval pulls the matching runbook, scoped by asset &amp; system version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6824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7468" y="210312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8746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43984" y="2788920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43984" y="3200400"/>
            <a:ext cx="139903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engine returns a route and a confidence score — and explains why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8776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9420" y="210312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8942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2788920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3200400"/>
            <a:ext cx="139903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resolution guidance renders with a citation back to the runbook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10728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91372" y="210312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9137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2788920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47888" y="3200400"/>
            <a:ext cx="139903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messier ticket shows a guardrail catching a low-confidence or ungrounded case live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012680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93324" y="210312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593324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788920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149840" y="3200400"/>
            <a:ext cx="139903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— including the guardrail catch — lands in the audit log for review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56692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directly to the pilot's two in-scope incident types — nothing shown is staged outside the actual pipeline.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TARGETS &amp; EVALUATION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already know these numbers, from a 66-ticket held-out test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5696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77.3% majority-class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escalation 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genuinely complex tickets reach a human expert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runbook hit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finds the right SOP almost every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 steps grounded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ungrounded reaches a requester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"chaos" ticket pass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/ 36 (94%)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vague, contradictory, misdirecting, mislabeled inputs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latency / marginal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ms · $0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core, no LLM call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554480"/>
            <a:ext cx="1118311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554480"/>
            <a:ext cx="5605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8920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 already works: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 accuracy on high-confidence calls vs. 62.1% on low-confidence ones — exactly why low-confidence and P1 tickets (33% of the set) are gated to a human today.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44068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evaluation approach: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held-out labeled slice for accuracy, a purpose-built adversarial "chaos" suite for robustness, and a live A/B harness to measure the AI layer's actual lift on messy tickets before we expand its use.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two incident types to a full IT support fabric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44824" cy="4160520"/>
          </a:xfrm>
          <a:prstGeom prst="roundRect">
            <a:avLst>
              <a:gd name="adj" fmla="val 2064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Pilot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087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0–8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308762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POS-offline + printer-offline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region, representative stores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core; AI on the messy tail only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on every P1 / low-confidence case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2064" y="1600200"/>
            <a:ext cx="3544824" cy="4160520"/>
          </a:xfrm>
          <a:prstGeom prst="roundRect">
            <a:avLst>
              <a:gd name="adj" fmla="val 2064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0664" y="178308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Expand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0664" y="2148840"/>
            <a:ext cx="3087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2514600"/>
            <a:ext cx="308762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Wi-Fi/network &amp; kiosk incident types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brands and regions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confidence thresholds from live data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pre-approved write-back automations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41208" y="1600200"/>
            <a:ext cx="3544824" cy="4160520"/>
          </a:xfrm>
          <a:prstGeom prst="roundRect">
            <a:avLst>
              <a:gd name="adj" fmla="val 2064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9808" y="178308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Platform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69808" y="2148840"/>
            <a:ext cx="3087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514600"/>
            <a:ext cx="308762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across 2,500+ locations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ITSM / CMDB integration on the Intelligence Platform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KB coverage; close retrieval gaps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telemetry-triggered tickets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9436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note: </a:t>
            </a:r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core is stateless and horizontally scalable at $0 marginal cost. AI spend scales with the size of the messy long tail we choose to route to it — not with total ticket volume.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12188952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05156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pays for itself in reduced L1 / L2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resolution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337560"/>
            <a:ext cx="35448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time-to-first-response on the highest-volume incident types — less store downtime, happier guests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23317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2206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22064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L1 cost &amp; attrition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22064" y="3337560"/>
            <a:ext cx="35448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Repetitive, known-pattern tickets stop consuming L1 agent time and morale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41208" y="23317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4120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41208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freed for real work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41208" y="3337560"/>
            <a:ext cx="35448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basic tickets escalated — experts spend time on issues that actually need them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46320"/>
            <a:ext cx="11183112" cy="18288"/>
          </a:xfrm>
          <a:prstGeom prst="rect">
            <a:avLst/>
          </a:prstGeom>
          <a:solidFill>
            <a:srgbClr val="3A44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07492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6–8 week Phase 1 pilot — 2 incident types, a representative store set — delivered on the ABCData Intelligence Platform with a full evaluation and audit harness, and a concrete Phase 2/3 roadmap.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0350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pilot you can defend deeply beats a broad one you can only describe.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2026-09-23T06:56:55Z</dcterms:created>
  <dcterms:modified xsi:type="dcterms:W3CDTF">2026-09-23T06:56:55Z</dcterms:modified>
</cp:coreProperties>
</file>